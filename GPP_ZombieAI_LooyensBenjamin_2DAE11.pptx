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0" r:id="rId7"/>
    <p:sldId id="258" r:id="rId8"/>
    <p:sldId id="259" r:id="rId9"/>
    <p:sldId id="262" r:id="rId1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14" y="1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08A-B304-4974-A753-A386793B0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085877-2B37-48E7-8B6D-4D4ED486130A}" type="datetimeFigureOut">
              <a:rPr lang="en-BE" smtClean="0"/>
              <a:t>07/06/2026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60D797F7-E6B7-DEC1-C869-EE858B9EEA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Benjamin Looyens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Decision Making</a:t>
            </a:r>
            <a:endParaRPr lang="en-BE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409007B-B1C8-95DB-C31C-1EF309A0C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483" r="-2" b="-4261"/>
          <a:stretch>
            <a:fillRect/>
          </a:stretch>
        </p:blipFill>
        <p:spPr>
          <a:xfrm>
            <a:off x="6096000" y="2125980"/>
            <a:ext cx="5803323" cy="45377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33549AC-1226-C505-0409-F7955F2130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650" y="2308860"/>
            <a:ext cx="5796350" cy="4172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Enemy handling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Will face enemies when they are within specified range</a:t>
            </a:r>
          </a:p>
          <a:p>
            <a:pPr>
              <a:buFontTx/>
              <a:buChar char="-"/>
            </a:pPr>
            <a:r>
              <a:rPr lang="en-US" dirty="0"/>
              <a:t>Shoots whenever possible when facing the enemies, prioritizing shotgun when there is more than 1 enemy close</a:t>
            </a:r>
          </a:p>
          <a:p>
            <a:pPr>
              <a:buFontTx/>
              <a:buChar char="-"/>
            </a:pPr>
            <a:r>
              <a:rPr lang="en-US" dirty="0"/>
              <a:t>Will activate sprint until enemies are outside of specific range</a:t>
            </a:r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- Will not pick up duplicate items</a:t>
            </a:r>
          </a:p>
          <a:p>
            <a:pPr>
              <a:buFontTx/>
              <a:buChar char="-"/>
            </a:pPr>
            <a:r>
              <a:rPr lang="en-US" dirty="0"/>
              <a:t>Stores item in memory linked with house that contains it</a:t>
            </a:r>
          </a:p>
          <a:p>
            <a:pPr>
              <a:buFontTx/>
              <a:buChar char="-"/>
            </a:pPr>
            <a:r>
              <a:rPr lang="en-US" dirty="0"/>
              <a:t>If need that item type later, will go back to that house</a:t>
            </a:r>
          </a:p>
          <a:p>
            <a:pPr marL="0" indent="0">
              <a:buNone/>
            </a:pP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Path Follow Behavior</a:t>
            </a:r>
          </a:p>
          <a:p>
            <a:pPr>
              <a:buFontTx/>
              <a:buChar char="-"/>
            </a:pPr>
            <a:r>
              <a:rPr lang="en-US" dirty="0"/>
              <a:t>Blended Steering (Wander + Path Follow)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915428-ACD8-4B22-96DC-2806680ED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Tx/>
              <a:buChar char="-"/>
            </a:pPr>
            <a:r>
              <a:rPr lang="en-US" dirty="0"/>
              <a:t>Randomly generate a point within a circle centered on spawn, path finds to this location</a:t>
            </a:r>
          </a:p>
          <a:p>
            <a:pPr>
              <a:buFontTx/>
              <a:buChar char="-"/>
            </a:pPr>
            <a:r>
              <a:rPr lang="en-US" dirty="0"/>
              <a:t>Randomly generated location is weighted to not be in similar locations repeatedly</a:t>
            </a:r>
          </a:p>
          <a:p>
            <a:pPr>
              <a:buFontTx/>
              <a:buChar char="-"/>
            </a:pPr>
            <a:r>
              <a:rPr lang="en-US" dirty="0"/>
              <a:t>When detecting a house, explore it and note down the items</a:t>
            </a:r>
          </a:p>
          <a:p>
            <a:pPr>
              <a:buFontTx/>
              <a:buChar char="-"/>
            </a:pPr>
            <a:r>
              <a:rPr lang="en-US" dirty="0"/>
              <a:t>Will return to explored house if it needs an item from it</a:t>
            </a:r>
          </a:p>
        </p:txBody>
      </p: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148</Words>
  <Application>Microsoft Office PowerPoint</Application>
  <PresentationFormat>Widescreen</PresentationFormat>
  <Paragraphs>19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Benjamin LOOYENS</cp:lastModifiedBy>
  <cp:revision>10</cp:revision>
  <dcterms:created xsi:type="dcterms:W3CDTF">2021-12-17T12:45:32Z</dcterms:created>
  <dcterms:modified xsi:type="dcterms:W3CDTF">2026-06-07T20:05:57Z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